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01" r:id="rId7"/>
    <p:sldId id="302" r:id="rId8"/>
    <p:sldId id="303" r:id="rId9"/>
    <p:sldId id="305" r:id="rId10"/>
    <p:sldId id="306" r:id="rId11"/>
    <p:sldId id="30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19" autoAdjust="0"/>
  </p:normalViewPr>
  <p:slideViewPr>
    <p:cSldViewPr snapToGrid="0">
      <p:cViewPr varScale="1">
        <p:scale>
          <a:sx n="85" d="100"/>
          <a:sy n="85" d="100"/>
        </p:scale>
        <p:origin x="49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29" y="9684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An Integrated IoT-Based Non-Invasive System for Glucose Monitoring and Foot Ulcer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dirty="0"/>
              <a:t>ASHUTOSH SRIRAM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GOPIKA N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CHANDHANA 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 dirty="0"/>
              <a:t>Introduction</a:t>
            </a:r>
            <a:r>
              <a:rPr lang="en-US" dirty="0"/>
              <a:t>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3E18A0C-FD88-CE5A-73EA-5C04A08AC4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2514" y="1951674"/>
            <a:ext cx="1147621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Diabetic patients and elderly often face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foot complications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Monitoring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temperature, pressure, and glucose non-invasively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can prevent serious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Goal: Build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compact, modular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that integrates multiple sensors for real-time monitoring.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84BFA-0B49-C610-4C9D-AD0B94CC3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80994-E6E0-740A-813B-96802AAC4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Hotspot Detection</a:t>
            </a:r>
            <a:r>
              <a:rPr lang="en-US" dirty="0"/>
              <a:t>: Use </a:t>
            </a:r>
            <a:r>
              <a:rPr lang="en-US" b="1" dirty="0"/>
              <a:t>4 thermistors</a:t>
            </a:r>
            <a:r>
              <a:rPr lang="en-US" dirty="0"/>
              <a:t> to detect areas with elevated temperature on the foot.</a:t>
            </a:r>
          </a:p>
          <a:p>
            <a:r>
              <a:rPr lang="en-US" b="1" dirty="0"/>
              <a:t>Presence Detection</a:t>
            </a:r>
            <a:r>
              <a:rPr lang="en-US" dirty="0"/>
              <a:t>: Use an </a:t>
            </a:r>
            <a:r>
              <a:rPr lang="en-US" b="1" dirty="0"/>
              <a:t>FSR (Force Sensitive Resistor)</a:t>
            </a:r>
            <a:r>
              <a:rPr lang="en-US" dirty="0"/>
              <a:t> to detect if the foot is in position.</a:t>
            </a:r>
          </a:p>
          <a:p>
            <a:r>
              <a:rPr lang="en-US" b="1" dirty="0"/>
              <a:t>Glucose Monitoring</a:t>
            </a:r>
            <a:r>
              <a:rPr lang="en-US" dirty="0"/>
              <a:t>: Use </a:t>
            </a:r>
            <a:r>
              <a:rPr lang="en-US" b="1" dirty="0"/>
              <a:t>MH-ET NIR sensor</a:t>
            </a:r>
            <a:r>
              <a:rPr lang="en-US" dirty="0"/>
              <a:t> to estimate glucose levels non-invasively.</a:t>
            </a:r>
          </a:p>
          <a:p>
            <a:r>
              <a:rPr lang="en-US" b="1" dirty="0"/>
              <a:t>Data Integration</a:t>
            </a:r>
            <a:r>
              <a:rPr lang="en-US" dirty="0"/>
              <a:t>: Combine readings to give </a:t>
            </a:r>
            <a:r>
              <a:rPr lang="en-US" b="1" dirty="0"/>
              <a:t>real-time alerts</a:t>
            </a:r>
            <a:r>
              <a:rPr lang="en-US" dirty="0"/>
              <a:t> or feedback.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9699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92B8-9890-E59D-110D-0FC834AD0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Components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09056A-1595-44DB-04A2-4E507EEA92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1816" y="2067088"/>
            <a:ext cx="9422675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Thermistors (4x)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: Measure surface temperature at specific foot points.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FSR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: Detects foot presence and can be used for weight deduction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MH-ET NIR Sensor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: Measures near-infrared reflectance for glucose estimation.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Microcontroller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: Arduino </a:t>
            </a:r>
            <a:r>
              <a:rPr lang="en-US" altLang="en-US" dirty="0"/>
              <a:t>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no for sensor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Power Supply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: Battery or USB source.</a:t>
            </a:r>
          </a:p>
        </p:txBody>
      </p:sp>
    </p:spTree>
    <p:extLst>
      <p:ext uri="{BB962C8B-B14F-4D97-AF65-F5344CB8AC3E}">
        <p14:creationId xmlns:p14="http://schemas.microsoft.com/office/powerpoint/2010/main" val="1102003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D7C85-DB6E-B2FE-43F0-E9B52BA73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E75BE-B486-6031-D59B-91CA43EF3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1:</a:t>
            </a:r>
            <a:r>
              <a:rPr lang="en-IN" dirty="0"/>
              <a:t> FSR detects foot placement → system becomes active.</a:t>
            </a:r>
            <a:br>
              <a:rPr lang="en-IN" dirty="0"/>
            </a:br>
            <a:r>
              <a:rPr lang="en-IN" b="1" dirty="0"/>
              <a:t>Step 2:</a:t>
            </a:r>
            <a:r>
              <a:rPr lang="en-IN" dirty="0"/>
              <a:t> Thermistors measure temperatures → identify </a:t>
            </a:r>
            <a:r>
              <a:rPr lang="en-IN" b="1" dirty="0"/>
              <a:t>hotspots</a:t>
            </a:r>
            <a:r>
              <a:rPr lang="en-IN" dirty="0"/>
              <a:t>.</a:t>
            </a:r>
            <a:br>
              <a:rPr lang="en-IN" dirty="0"/>
            </a:br>
            <a:r>
              <a:rPr lang="en-IN" b="1" dirty="0"/>
              <a:t>Step 3:</a:t>
            </a:r>
            <a:r>
              <a:rPr lang="en-IN" dirty="0"/>
              <a:t> NIR sensor measures foot tissue → </a:t>
            </a:r>
            <a:r>
              <a:rPr lang="en-IN" b="1" dirty="0"/>
              <a:t>correlate with glucose levels</a:t>
            </a:r>
            <a:r>
              <a:rPr lang="en-IN" dirty="0"/>
              <a:t>.</a:t>
            </a:r>
            <a:br>
              <a:rPr lang="en-IN" dirty="0"/>
            </a:br>
            <a:r>
              <a:rPr lang="en-IN" b="1" dirty="0"/>
              <a:t>Step 4:</a:t>
            </a:r>
            <a:r>
              <a:rPr lang="en-IN" dirty="0"/>
              <a:t> MCU processes data → outputs alerts or logs readings.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CB2741-FBEC-B032-665E-9B105C970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80" y="3988646"/>
            <a:ext cx="1919556" cy="2176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7C6E1B-18D7-02DC-B29B-DFF51412D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458" y="3795624"/>
            <a:ext cx="5532344" cy="256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713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E98D0-92B6-428E-5C49-48FD0082A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9CA989-E995-EE2D-971E-41C25230EA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251716"/>
            <a:ext cx="7745134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Diabetic Foot Monitoring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→ prevent ulcers or infections.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Elderly Care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→ detect abnormal foot temperature or pressure.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Non-Invasive Glucose Tracking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→ support continuous health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18128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101A2-E9EF-4BAE-3121-8B7773C08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20338A-5501-6738-282F-F0A9A8F199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64631"/>
            <a:ext cx="8107680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Real-time feedback →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preventative care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Non-invasive glucose estimation →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pain-free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/>
              <a:t>Early ulcer deduction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002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82C5-526A-E639-2542-311A27D1E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1E0B44-9140-FD47-060D-AACFB2FBBA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213282"/>
            <a:ext cx="7228114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Improve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NIR calibration for glucose accuracy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Mobile dashboard UI upgrades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Machine‑learning hotspot prediction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Cloud logging + analytics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Integration with Wi‑Fi / LoRa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BF51E48-5E8C-132F-307B-5AC5FFB8B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or dashboard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data logging.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9983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{37AD598B-BDEA-47F3-9419-E129E8E22D10}tf22712842_win32</Template>
  <TotalTime>159</TotalTime>
  <Words>310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Bookman Old Style</vt:lpstr>
      <vt:lpstr>Calibri</vt:lpstr>
      <vt:lpstr>Franklin Gothic Book</vt:lpstr>
      <vt:lpstr>Custom</vt:lpstr>
      <vt:lpstr>An Integrated IoT-Based Non-Invasive System for Glucose Monitoring and Foot Ulcer Detection</vt:lpstr>
      <vt:lpstr>Introduction </vt:lpstr>
      <vt:lpstr>Objectives</vt:lpstr>
      <vt:lpstr>Components</vt:lpstr>
      <vt:lpstr>Working Principle</vt:lpstr>
      <vt:lpstr>Applications</vt:lpstr>
      <vt:lpstr>Advantages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Ashutosh Sriram</dc:creator>
  <cp:lastModifiedBy>Ashutosh Sriram</cp:lastModifiedBy>
  <cp:revision>2</cp:revision>
  <dcterms:created xsi:type="dcterms:W3CDTF">2025-11-15T03:18:48Z</dcterms:created>
  <dcterms:modified xsi:type="dcterms:W3CDTF">2025-11-15T05:58:35Z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